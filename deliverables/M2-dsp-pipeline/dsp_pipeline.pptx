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Pipeline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Channel Scan Engine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999232"/>
            <a:ext cx="4114800" cy="0"/>
          </a:xfrm>
          <a:prstGeom prst="line">
            <a:avLst/>
          </a:prstGeom>
          <a:noFill/>
          <a:ln w="10160">
            <a:solidFill>
              <a:srgbClr val="1E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90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Sampige Semiconductor R&amp;D  ·  Internship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737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gsm_dataset_gen.py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2176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fft_channeliser.py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0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pfb_channeliser.py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Python files   ·   numpy + scipy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scanning?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06040" cy="129844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MS/s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sample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70432"/>
            <a:ext cx="2606040" cy="129844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984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channels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kHz each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170432"/>
            <a:ext cx="2606040" cy="129844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984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5-bit I/Q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integers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697480"/>
            <a:ext cx="832104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889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decide for each of the 25 channels whether a GSM carrier is present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25-element binary occupancy vector  —  1 = occupied,  0 = empty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GENERATOR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gsm_dataset_gen.py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0" y="566928"/>
            <a:ext cx="1371600" cy="237744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566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5-bit IQ windows at 104 MS/s with labelled GSM carriers and impairments.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8321040" cy="56692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44752"/>
            <a:ext cx="54864" cy="566928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44475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1517904"/>
            <a:ext cx="7808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GMSK modulator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1737360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Gaussian-filtered CPM, BT=0.3, SPS=4 — no external GSM library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8321040" cy="56692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84832"/>
            <a:ext cx="54864" cy="566928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208483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2157984"/>
            <a:ext cx="7808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burst builder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2377440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FCCH / SCH / BCCH / CCCH 51-multiframe — Fire code + conv encoder R=1/2 K=5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724912"/>
            <a:ext cx="8321040" cy="56692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724912"/>
            <a:ext cx="54864" cy="566928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272491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" y="2798064"/>
            <a:ext cx="7808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placement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" y="3017520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 native samples → FFT-resample → freq-shift to slot centre at 104 MS/s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364992"/>
            <a:ext cx="8321040" cy="56692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364992"/>
            <a:ext cx="54864" cy="566928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" y="336499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" y="3438144"/>
            <a:ext cx="7808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Impairment injection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" y="3657600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binary flags: CFO, static fading, time-varying fading, CW tone, adjacent channel, blocker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005072"/>
            <a:ext cx="8321040" cy="56692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005072"/>
            <a:ext cx="54864" cy="566928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400507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" y="4078224"/>
            <a:ext cx="7808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per sample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" y="4297680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(25,) · power_class (25,) · impairment_flags (6,) · snr_db · cfo_hz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GENERATOR  —  COMMANDS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gsm_dataset_gen.py  —  how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35024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4264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 scipy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1000 samples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56816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04825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gsm_dataset_gen.py --n-samples 1000 --out-dir ./gsm_dataset --seed 42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340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 /  resume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578608"/>
            <a:ext cx="8321040" cy="1152144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78608"/>
            <a:ext cx="54864" cy="1152144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670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 — sanity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9496" y="29077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gsm_dataset_gen.py --n-samples 50000 --out-dir ./stage1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" y="31455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Resume from sample 4700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9496" y="33832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gsm_dataset_gen.py --n-samples 50000 --start-idx 4700 --seed 42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730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sample in Python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968496"/>
            <a:ext cx="8321040" cy="914400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968496"/>
            <a:ext cx="54864" cy="914400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40599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 = np.load('sample_0000042.npy', allow_pickle=True).item()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9496" y="42976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  = d['iq']           # (2, 65536) int8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9496" y="45354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= d['occupancy']    # (25,) uint8 — ground truth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FFT CHANNELISER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fft_channeliser.py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0" y="566928"/>
            <a:ext cx="1371600" cy="237744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566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BASELINE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7-step FFT energy detector. Splits 5 MHz into 25 channels and decides occupancy from energy alone.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435608"/>
            <a:ext cx="8321040" cy="43891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35608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3560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481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form_complex()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167335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 = I[n] + j·Q[n]  from (2, 65536) int8 input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947672"/>
            <a:ext cx="8321040" cy="43891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947672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47672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19933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decimate()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218541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FFT-resample 104 MS/s → 5 MS/s  (65536 → 3151 samples, same 630 µs)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459736"/>
            <a:ext cx="8321040" cy="43891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459736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59736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2505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apply_window()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26974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 window — tapers edges to 0, suppresses inter-channel spectral leakage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971800"/>
            <a:ext cx="8321040" cy="43891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71800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7180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017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compute_fft()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2095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1024-pt FFT + fftshift → power spectrum, 4882 Hz/bin, Parseval-normalised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483864"/>
            <a:ext cx="8321040" cy="43891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483864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83864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3529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channel_power()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37216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41 bins per channel (bins [k×41 : k×41+41]) → 25 energy values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995928"/>
            <a:ext cx="8321040" cy="43891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3995928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99592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" y="40416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noise_floor()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423367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25 channel energies — robust to up to 12 occupied channels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507992"/>
            <a:ext cx="8321040" cy="43891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4507992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07992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" y="45537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threshold_decision()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" y="474573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if energy &gt; k × noise_floor  (sweep k for ROC curve)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FFT CHANNELISER  —  COMMANDS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fft_channeliser.py  —  how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evaluation on a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89888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4813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fft_channeliser.py --dataset ./gsm_dataset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P_d vs SNR 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03120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19456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fft_channeliser.py --dataset ./gsm_dataset --pd-snr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542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— sweep threshold from 0.5× to 30×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16352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9077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fft_channeliser.py --dataset ./gsm_dataset --roc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output on one sample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529584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529584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36210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fft_channeliser.py --sample ./gsm_dataset/samples/sample_0000042.npy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968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threshold multiplier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242816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242816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433425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fft_channeliser.py --dataset ./gsm_dataset --threshold 2.0 --pd-snr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PFB CHANNELISER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pfb_channeliser.py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0" y="566928"/>
            <a:ext cx="1371600" cy="237744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566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BASELINE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Polyphase Filter Bank channeliser. Proper per-channel filtering via prototype lowpass filter decomposed into N polyphase branches.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53035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54864" cy="5303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7824" y="15179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prepare_signal()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7824" y="17647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complex x[n] = I[n] + j·Q[n], then FFT-resample to 5 MS/s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8321040" cy="53035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84832"/>
            <a:ext cx="54864" cy="5303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84832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" y="21396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design_prototype_filter()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7824" y="2322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polyphase_decompose()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7824" y="23865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Kaiser-windowed sinc, 400 taps → polyphase matrix G of shape (25, 16)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706624"/>
            <a:ext cx="8321040" cy="53035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706624"/>
            <a:ext cx="54864" cy="5303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06624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7824" y="27614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pfb_process()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7824" y="3008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block: input matrix X (25×16) · branch filter G → v[p] → FFT+fftshift → y_k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328416"/>
            <a:ext cx="8321040" cy="53035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328416"/>
            <a:ext cx="54864" cy="5303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28416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" y="3383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noise_floor()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7824" y="36301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25 channel powers — same CFAR approach as FFT channeliser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950208"/>
            <a:ext cx="8321040" cy="53035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950208"/>
            <a:ext cx="54864" cy="5303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50208"/>
            <a:ext cx="329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7824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threshold_decision()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7824" y="4251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if power &gt; k × noise_floor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  N=25 channels  ·  L=16 taps per branch  ·  400-tap prototype filter  ·  ~40 dB channel isolation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PFB CHANNELISER  —  COMMANDS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pfb_channeliser.py  —  how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89888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4813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pfb_channeliser.py --dataset ./gsm_dataset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P_d vs SNR + ROC curve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03120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19456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pfb_channeliser.py --dataset ./gsm_dataset --pd-snr --roc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542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output — shows filter details and per-channel decisions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16352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9077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pfb_channeliser.py --sample ./gsm_dataset/samples/sample_0000042.npy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prototype filter design details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529584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529584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36210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pfb_channeliser.py --filter-info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9684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to first 500 samples (faster for quick checks)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242816"/>
            <a:ext cx="8321040" cy="438912"/>
          </a:xfrm>
          <a:prstGeom prst="rect">
            <a:avLst/>
          </a:prstGeom>
          <a:solidFill>
            <a:srgbClr val="0914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242816"/>
            <a:ext cx="54864" cy="43891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433425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pfb_channeliser.py --dataset ./gsm_dataset --n-samples 500 --pd-snr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performance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048256" cy="365760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207008"/>
            <a:ext cx="1682496" cy="365760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0700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207008"/>
            <a:ext cx="1682496" cy="365760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20700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207008"/>
            <a:ext cx="1682496" cy="365760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0700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26680" y="1207008"/>
            <a:ext cx="1682496" cy="365760"/>
          </a:xfrm>
          <a:prstGeom prst="rect">
            <a:avLst/>
          </a:prstGeom>
          <a:solidFill>
            <a:srgbClr val="0F8A72"/>
          </a:solidFill>
          <a:ln w="12700">
            <a:solidFill>
              <a:srgbClr val="0F8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20700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1591056"/>
            <a:ext cx="2048256" cy="411480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59105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Channeliser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1591056"/>
            <a:ext cx="1682496" cy="411480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591056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51960" y="1591056"/>
            <a:ext cx="1682496" cy="411480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591056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1591056"/>
            <a:ext cx="1682496" cy="411480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591056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26680" y="1591056"/>
            <a:ext cx="1682496" cy="411480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1591056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k=3.0×, median CFAR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2066544"/>
            <a:ext cx="2048256" cy="411480"/>
          </a:xfrm>
          <a:prstGeom prst="rect">
            <a:avLst/>
          </a:prstGeom>
          <a:solidFill>
            <a:srgbClr val="1B2E44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066544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PFB Channeliser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14600" y="2066544"/>
            <a:ext cx="1682496" cy="411480"/>
          </a:xfrm>
          <a:prstGeom prst="rect">
            <a:avLst/>
          </a:prstGeom>
          <a:solidFill>
            <a:srgbClr val="1B2E44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066544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51960" y="2066544"/>
            <a:ext cx="1682496" cy="411480"/>
          </a:xfrm>
          <a:prstGeom prst="rect">
            <a:avLst/>
          </a:prstGeom>
          <a:solidFill>
            <a:srgbClr val="1B2E44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2066544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2066544"/>
            <a:ext cx="1682496" cy="411480"/>
          </a:xfrm>
          <a:prstGeom prst="rect">
            <a:avLst/>
          </a:prstGeom>
          <a:solidFill>
            <a:srgbClr val="1B2E44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066544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26680" y="2066544"/>
            <a:ext cx="1682496" cy="411480"/>
          </a:xfrm>
          <a:prstGeom prst="rect">
            <a:avLst/>
          </a:prstGeom>
          <a:solidFill>
            <a:srgbClr val="1B2E44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2066544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630 µs window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2542032"/>
            <a:ext cx="2048256" cy="411480"/>
          </a:xfrm>
          <a:prstGeom prst="rect">
            <a:avLst/>
          </a:prstGeom>
          <a:solidFill>
            <a:srgbClr val="0A2235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542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target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14600" y="2542032"/>
            <a:ext cx="1682496" cy="411480"/>
          </a:xfrm>
          <a:prstGeom prst="rect">
            <a:avLst/>
          </a:prstGeom>
          <a:solidFill>
            <a:srgbClr val="0A2235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25420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51960" y="2542032"/>
            <a:ext cx="1682496" cy="411480"/>
          </a:xfrm>
          <a:prstGeom prst="rect">
            <a:avLst/>
          </a:prstGeom>
          <a:solidFill>
            <a:srgbClr val="0A2235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3400" y="25420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0.05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89320" y="2542032"/>
            <a:ext cx="1682496" cy="411480"/>
          </a:xfrm>
          <a:prstGeom prst="rect">
            <a:avLst/>
          </a:prstGeom>
          <a:solidFill>
            <a:srgbClr val="0A2235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25420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726680" y="2542032"/>
            <a:ext cx="1682496" cy="411480"/>
          </a:xfrm>
          <a:prstGeom prst="rect">
            <a:avLst/>
          </a:prstGeom>
          <a:solidFill>
            <a:srgbClr val="0A2235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25420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spectral shape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3127248"/>
            <a:ext cx="8321040" cy="566928"/>
          </a:xfrm>
          <a:prstGeom prst="rect">
            <a:avLst/>
          </a:prstGeom>
          <a:solidFill>
            <a:srgbClr val="152638"/>
          </a:solidFill>
          <a:ln w="635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11480" y="3127248"/>
            <a:ext cx="54864" cy="566928"/>
          </a:xfrm>
          <a:prstGeom prst="rect">
            <a:avLst/>
          </a:prstGeom>
          <a:solidFill>
            <a:srgbClr val="C07A1A"/>
          </a:solidFill>
          <a:ln w="12700">
            <a:solidFill>
              <a:srgbClr val="C07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1821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PFB worse?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33832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PFB divides the 3151-sample window into 126 blocks of 25 samples each. Each block is only 5 µs. Averaging 126 noisy power estimates over such short slices gives a weaker result than one FFT over the full 630 µs window.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" y="3858768"/>
            <a:ext cx="8321040" cy="658368"/>
          </a:xfrm>
          <a:prstGeom prst="rect">
            <a:avLst/>
          </a:prstGeom>
          <a:solidFill>
            <a:srgbClr val="081520"/>
          </a:solidFill>
          <a:ln w="10160">
            <a:solidFill>
              <a:srgbClr val="0F8A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895344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detectors cannot detect signals below 0 dB SNR. The ML model must exploit spectral shape, envelope variance, and temporal features to close P_d from 0.33 to ≥ 0.90.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 Pipeline — GSM Channel Scan</dc:title>
  <dc:subject>PptxGenJS Presentation</dc:subject>
  <dc:creator>PptxGenJS</dc:creator>
  <cp:lastModifiedBy>PptxGenJS</cp:lastModifiedBy>
  <cp:revision>1</cp:revision>
  <dcterms:created xsi:type="dcterms:W3CDTF">2026-05-27T12:22:25Z</dcterms:created>
  <dcterms:modified xsi:type="dcterms:W3CDTF">2026-05-27T12:22:25Z</dcterms:modified>
</cp:coreProperties>
</file>